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9" r:id="rId4"/>
  </p:sldMasterIdLst>
  <p:notesMasterIdLst>
    <p:notesMasterId r:id="rId16"/>
  </p:notesMasterIdLst>
  <p:handoutMasterIdLst>
    <p:handoutMasterId r:id="rId17"/>
  </p:handoutMasterIdLst>
  <p:sldIdLst>
    <p:sldId id="2576" r:id="rId5"/>
    <p:sldId id="2561" r:id="rId6"/>
    <p:sldId id="2562" r:id="rId7"/>
    <p:sldId id="2563" r:id="rId8"/>
    <p:sldId id="2564" r:id="rId9"/>
    <p:sldId id="2565" r:id="rId10"/>
    <p:sldId id="2577" r:id="rId11"/>
    <p:sldId id="2567" r:id="rId12"/>
    <p:sldId id="2571" r:id="rId13"/>
    <p:sldId id="2574" r:id="rId14"/>
    <p:sldId id="25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cial Media: Connecting the World or Creating Chaos?" id="{52CCCFA9-C15F-4E3B-8A86-56B7BCBC6A41}">
          <p14:sldIdLst>
            <p14:sldId id="2576"/>
            <p14:sldId id="2561"/>
            <p14:sldId id="2562"/>
            <p14:sldId id="2563"/>
            <p14:sldId id="2564"/>
            <p14:sldId id="2565"/>
            <p14:sldId id="2577"/>
            <p14:sldId id="2567"/>
            <p14:sldId id="2571"/>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8BA86-1181-4021-8ACD-F653227F9396}" v="2" dt="2025-11-26T06:13:50.552"/>
    <p1510:client id="{C92E3660-758C-44A5-A47D-73FE5BB8CBBE}" v="16" dt="2025-11-26T06:04:12.314"/>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6" autoAdjust="0"/>
    <p:restoredTop sz="94485"/>
  </p:normalViewPr>
  <p:slideViewPr>
    <p:cSldViewPr snapToGrid="0">
      <p:cViewPr varScale="1">
        <p:scale>
          <a:sx n="62" d="100"/>
          <a:sy n="62" d="100"/>
        </p:scale>
        <p:origin x="64" y="220"/>
      </p:cViewPr>
      <p:guideLst/>
    </p:cSldViewPr>
  </p:slideViewPr>
  <p:outlineViewPr>
    <p:cViewPr>
      <p:scale>
        <a:sx n="33" d="100"/>
        <a:sy n="33" d="100"/>
      </p:scale>
      <p:origin x="0" y="-3264"/>
    </p:cViewPr>
  </p:outlin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11/26/2025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64735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Importance of Social Media</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71256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Social media refers to digital platforms and applications that enable users to create, share, and interact with content and communities online. These platforms include popular networks like Facebook, Instagram, Twitter, LinkedIn, and TikTok, among others. Social media has become an integral part of modern life, influencing communication, business, education, and entertainment. Its importance lies in its ability to connect people globally, break down geographical barriers, and provide instant access to information. For individuals, it offers opportunities to maintain relationships, discover new interests, and express creativity. For organizations, it serves as a powerful marketing and engagement tool, allowing brands to reach targeted audiences and build loyalty. However, its widespread use also raises questions about privacy, mental health, and the authenticity of shared information. Understanding social media's role in society is essential for leveraging its benefits while mitigating its risks.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49020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and Opportunities</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447449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Social media offers numerous benefits that have transformed personal and professional interactions. One of the most significant advantages is connectivity; it allows individuals to stay in touch with family and friends regardless of distance, fostering global relationships. Additionally, social media serves as a hub for information and awareness, providing real-time updates on news, trends, and social issues. Businesses leverage these platforms for marketing, brand building, and customer engagement, often at a fraction of traditional advertising costs. Educational opportunities abound, as users can access tutorials, webinars, and expert insights to enhance their skills. Furthermore, social media encourages creativity and entertainment through content creation, enabling users to share art, music, and videos with a wide audience. These benefits collectively make social media a powerful tool for communication, learning, and growth when used responsibly.</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955919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social media poses several challenges that can negatively impact individuals and society. One major concern is addiction, as excessive use often leads to reduced productivity and time wastage. Mental health issues such as anxiety, depression, and low self-esteem are increasingly linked to social media, primarily due to constant comparison and cyberbullying. Privacy risks are another critical issue, with personal data frequently exposed to breaches or misuse. The rapid spread of misinformation and fake news on these platforms can influence public opinion and create confusion, making it difficult to distinguish fact from fiction. Additionally, social media can diminish real-life communication skills, as virtual interactions sometimes replace meaningful face-to-face conversations. These drawbacks highlight the need for mindful usage and regulatory measures to ensure that social media remains a positive force rather than a source of harm.</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581278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maximize the benefits of social media while minimizing its risks, adopting healthy usage habits is essential. Time management is a key strategy; setting limits on daily usage can prevent addiction and ensure productivity. Fact-checking information before sharing helps combat misinformation and promotes responsible communication. Adjusting privacy settings and being cautious about personal data sharing can protect users from security breaches and identity theft. Additionally, curating content by following positive and educational accounts can enhance mental well-being and reduce exposure to harmful material. Taking regular breaks from social media and engaging in offline activities fosters balance and prevents over-reliance on virtual interactions. By implementing these practices, individuals can enjoy the advantages of social media without compromising their mental health or personal security.</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493178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Thoughts and Call to Action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366933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CC057153-B650-4DEB-B370-79DDCFDCE934}"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656029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43678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994543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53728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43265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81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7772867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6106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570803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18160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42751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dirty="0"/>
              <a:t>Click to edit Master title style</a:t>
            </a:r>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19998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dirty="0"/>
              <a:t>Click to edit Master title style</a:t>
            </a:r>
          </a:p>
        </p:txBody>
      </p:sp>
    </p:spTree>
    <p:extLst>
      <p:ext uri="{BB962C8B-B14F-4D97-AF65-F5344CB8AC3E}">
        <p14:creationId xmlns:p14="http://schemas.microsoft.com/office/powerpoint/2010/main" val="4143228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dirty="0"/>
              <a:t>Click to edit Master title style</a:t>
            </a:r>
          </a:p>
        </p:txBody>
      </p:sp>
    </p:spTree>
    <p:extLst>
      <p:ext uri="{BB962C8B-B14F-4D97-AF65-F5344CB8AC3E}">
        <p14:creationId xmlns:p14="http://schemas.microsoft.com/office/powerpoint/2010/main" val="15465437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dirty="0"/>
              <a:t>Click to edit Master title style</a:t>
            </a:r>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144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id="{044BC08E-4798-95B0-A060-4AF1C14C4C64}"/>
              </a:ext>
            </a:extLst>
          </p:cNvPr>
          <p:cNvSpPr>
            <a:spLocks noGrp="1"/>
          </p:cNvSpPr>
          <p:nvPr>
            <p:ph type="title"/>
          </p:nvPr>
        </p:nvSpPr>
        <p:spPr>
          <a:xfrm>
            <a:off x="0" y="2139696"/>
            <a:ext cx="8071011" cy="4718304"/>
          </a:xfrm>
        </p:spPr>
        <p:txBody>
          <a:bodyPr anchor="b"/>
          <a:lstStyle/>
          <a:p>
            <a:r>
              <a:rPr lang="en-US" dirty="0"/>
              <a:t>Click to edit Master title style</a:t>
            </a:r>
          </a:p>
        </p:txBody>
      </p:sp>
    </p:spTree>
    <p:extLst>
      <p:ext uri="{BB962C8B-B14F-4D97-AF65-F5344CB8AC3E}">
        <p14:creationId xmlns:p14="http://schemas.microsoft.com/office/powerpoint/2010/main" val="4133586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3999469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dirty="0"/>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dirty="0"/>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90488" y="125201"/>
            <a:ext cx="484632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dirty="0"/>
          </a:p>
        </p:txBody>
      </p:sp>
      <p:pic>
        <p:nvPicPr>
          <p:cNvPr id="9" name="Graphic 8">
            <a:extLst>
              <a:ext uri="{FF2B5EF4-FFF2-40B4-BE49-F238E27FC236}">
                <a16:creationId xmlns:a16="http://schemas.microsoft.com/office/drawing/2014/main" id="{9221942F-12C1-43E6-1BC0-1C947214AF9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dirty="0"/>
          </a:p>
        </p:txBody>
      </p:sp>
      <p:pic>
        <p:nvPicPr>
          <p:cNvPr id="7" name="Graphic 6">
            <a:extLst>
              <a:ext uri="{FF2B5EF4-FFF2-40B4-BE49-F238E27FC236}">
                <a16:creationId xmlns:a16="http://schemas.microsoft.com/office/drawing/2014/main" id="{FD33A316-42C9-8448-EB08-1368837FA9D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C8013291-94C9-601A-D9FA-D16366A3942B}"/>
              </a:ext>
            </a:extLst>
          </p:cNvPr>
          <p:cNvSpPr>
            <a:spLocks noGrp="1"/>
          </p:cNvSpPr>
          <p:nvPr>
            <p:ph type="title"/>
          </p:nvPr>
        </p:nvSpPr>
        <p:spPr>
          <a:xfrm>
            <a:off x="-14991" y="5068752"/>
            <a:ext cx="10643616" cy="1810512"/>
          </a:xfrm>
        </p:spPr>
        <p:txBody>
          <a:bodyPr anchor="b"/>
          <a:lstStyle/>
          <a:p>
            <a:r>
              <a:rPr lang="en-US" dirty="0"/>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8B41266-EC7F-757C-0428-09A71DE42488}"/>
              </a:ext>
            </a:extLst>
          </p:cNvPr>
          <p:cNvSpPr>
            <a:spLocks noGrp="1"/>
          </p:cNvSpPr>
          <p:nvPr>
            <p:ph type="title"/>
          </p:nvPr>
        </p:nvSpPr>
        <p:spPr>
          <a:xfrm>
            <a:off x="-16535" y="6124295"/>
            <a:ext cx="11457432" cy="786384"/>
          </a:xfrm>
        </p:spPr>
        <p:txBody>
          <a:bodyPr/>
          <a:lstStyle/>
          <a:p>
            <a:r>
              <a:rPr lang="en-US" dirty="0"/>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4" name="Graphic 3">
            <a:extLst>
              <a:ext uri="{FF2B5EF4-FFF2-40B4-BE49-F238E27FC236}">
                <a16:creationId xmlns:a16="http://schemas.microsoft.com/office/drawing/2014/main" id="{77511287-3255-FB23-428C-911FAD46A6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id="{0A449A66-B9FA-B1A3-04A3-A26F172F2F2B}"/>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1B475A5-95F7-BE62-7ACD-C8EB9F445B79}"/>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Title 7">
            <a:extLst>
              <a:ext uri="{FF2B5EF4-FFF2-40B4-BE49-F238E27FC236}">
                <a16:creationId xmlns:a16="http://schemas.microsoft.com/office/drawing/2014/main"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7" name="Graphic 6">
            <a:extLst>
              <a:ext uri="{FF2B5EF4-FFF2-40B4-BE49-F238E27FC236}">
                <a16:creationId xmlns:a16="http://schemas.microsoft.com/office/drawing/2014/main" id="{D29E0058-93A2-5291-6ACA-A043086266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dirty="0"/>
              <a:t>Click to edit Master subtitle style</a:t>
            </a:r>
          </a:p>
        </p:txBody>
      </p:sp>
      <p:sp>
        <p:nvSpPr>
          <p:cNvPr id="10" name="Oval 9">
            <a:extLst>
              <a:ext uri="{FF2B5EF4-FFF2-40B4-BE49-F238E27FC236}">
                <a16:creationId xmlns:a16="http://schemas.microsoft.com/office/drawing/2014/main"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CF113E0-E5A8-C67B-4A72-3FFE6FC4B31D}"/>
              </a:ext>
            </a:extLst>
          </p:cNvPr>
          <p:cNvSpPr>
            <a:spLocks noGrp="1"/>
          </p:cNvSpPr>
          <p:nvPr>
            <p:ph type="title"/>
          </p:nvPr>
        </p:nvSpPr>
        <p:spPr>
          <a:xfrm>
            <a:off x="-18288" y="86344"/>
            <a:ext cx="12088368" cy="2414016"/>
          </a:xfrm>
        </p:spPr>
        <p:txBody>
          <a:bodyPr/>
          <a:lstStyle/>
          <a:p>
            <a:r>
              <a:rPr lang="en-US" dirty="0"/>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216D578-6621-229F-0666-B010E16C3B3B}"/>
              </a:ext>
            </a:extLst>
          </p:cNvPr>
          <p:cNvSpPr>
            <a:spLocks noGrp="1"/>
          </p:cNvSpPr>
          <p:nvPr>
            <p:ph type="title"/>
          </p:nvPr>
        </p:nvSpPr>
        <p:spPr>
          <a:xfrm>
            <a:off x="-18288" y="82296"/>
            <a:ext cx="8211312" cy="4617720"/>
          </a:xfrm>
        </p:spPr>
        <p:txBody>
          <a:bodyPr/>
          <a:lstStyle/>
          <a:p>
            <a:r>
              <a:rPr lang="en-US" dirty="0"/>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id="{27AEE5E0-A3F6-BA78-E3AC-4EF588291B22}"/>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id="{13477BD1-B2A6-0DA8-FFFF-D07E005B2603}"/>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190488" y="969264"/>
            <a:ext cx="5366480" cy="57158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AA64C6-E678-9909-94ED-FA63F0C2B473}"/>
              </a:ext>
            </a:extLst>
          </p:cNvPr>
          <p:cNvSpPr>
            <a:spLocks noGrp="1"/>
          </p:cNvSpPr>
          <p:nvPr>
            <p:ph type="title"/>
          </p:nvPr>
        </p:nvSpPr>
        <p:spPr>
          <a:xfrm>
            <a:off x="515278" y="623087"/>
            <a:ext cx="5794045" cy="1519612"/>
          </a:xfrm>
        </p:spPr>
        <p:txBody>
          <a:bodyPr anchor="t"/>
          <a:lstStyle/>
          <a:p>
            <a:r>
              <a:rPr lang="en-US" dirty="0"/>
              <a:t>Click to edit Master title style</a:t>
            </a:r>
          </a:p>
        </p:txBody>
      </p:sp>
      <p:sp>
        <p:nvSpPr>
          <p:cNvPr id="5" name="Content Placeholder 7">
            <a:extLst>
              <a:ext uri="{FF2B5EF4-FFF2-40B4-BE49-F238E27FC236}">
                <a16:creationId xmlns:a16="http://schemas.microsoft.com/office/drawing/2014/main"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dirty="0"/>
              <a:t> </a:t>
            </a:r>
          </a:p>
        </p:txBody>
      </p:sp>
      <p:sp>
        <p:nvSpPr>
          <p:cNvPr id="7" name="Footer Placeholder 8">
            <a:extLst>
              <a:ext uri="{FF2B5EF4-FFF2-40B4-BE49-F238E27FC236}">
                <a16:creationId xmlns:a16="http://schemas.microsoft.com/office/drawing/2014/main" id="{D1272CAE-C152-7545-C45C-505CD07BDC24}"/>
              </a:ext>
            </a:extLst>
          </p:cNvPr>
          <p:cNvSpPr>
            <a:spLocks noGrp="1"/>
          </p:cNvSpPr>
          <p:nvPr>
            <p:ph type="ftr" sz="quarter" idx="16"/>
          </p:nvPr>
        </p:nvSpPr>
        <p:spPr>
          <a:xfrm>
            <a:off x="533566" y="6441427"/>
            <a:ext cx="1968375" cy="365125"/>
          </a:xfrm>
        </p:spPr>
        <p:txBody>
          <a:bodyPr anchor="b"/>
          <a:lstStyle/>
          <a:p>
            <a:r>
              <a:rPr lang="en-US" dirty="0"/>
              <a:t>Sample footer text</a:t>
            </a:r>
          </a:p>
        </p:txBody>
      </p:sp>
      <p:sp>
        <p:nvSpPr>
          <p:cNvPr id="14" name="Date Placeholder 2">
            <a:extLst>
              <a:ext uri="{FF2B5EF4-FFF2-40B4-BE49-F238E27FC236}">
                <a16:creationId xmlns:a16="http://schemas.microsoft.com/office/drawing/2014/main" id="{46CB14D0-DC1A-8BE6-97EC-FF17990690CA}"/>
              </a:ext>
            </a:extLst>
          </p:cNvPr>
          <p:cNvSpPr>
            <a:spLocks noGrp="1"/>
          </p:cNvSpPr>
          <p:nvPr>
            <p:ph type="dt" sz="half" idx="18"/>
          </p:nvPr>
        </p:nvSpPr>
        <p:spPr>
          <a:xfrm>
            <a:off x="3365787" y="6455623"/>
            <a:ext cx="2295997" cy="365125"/>
          </a:xfrm>
        </p:spPr>
        <p:txBody>
          <a:bodyPr anchor="b"/>
          <a:lstStyle/>
          <a:p>
            <a:endParaRPr lang="en-US" dirty="0"/>
          </a:p>
        </p:txBody>
      </p:sp>
      <p:sp>
        <p:nvSpPr>
          <p:cNvPr id="13" name="Slide Number Placeholder 9">
            <a:extLst>
              <a:ext uri="{FF2B5EF4-FFF2-40B4-BE49-F238E27FC236}">
                <a16:creationId xmlns:a16="http://schemas.microsoft.com/office/drawing/2014/main"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885E47-4079-9C50-E087-611C30866B20}"/>
              </a:ext>
            </a:extLst>
          </p:cNvPr>
          <p:cNvSpPr>
            <a:spLocks noGrp="1"/>
          </p:cNvSpPr>
          <p:nvPr>
            <p:ph type="title"/>
          </p:nvPr>
        </p:nvSpPr>
        <p:spPr>
          <a:xfrm>
            <a:off x="6196084" y="621793"/>
            <a:ext cx="5326684" cy="1507454"/>
          </a:xfrm>
        </p:spPr>
        <p:txBody>
          <a:bodyPr anchor="t" anchorCtr="0"/>
          <a:lstStyle/>
          <a:p>
            <a:r>
              <a:rPr lang="en-US" dirty="0"/>
              <a:t>Click to edit Master title style</a:t>
            </a:r>
          </a:p>
        </p:txBody>
      </p:sp>
      <p:sp>
        <p:nvSpPr>
          <p:cNvPr id="4" name="Picture Placeholder 7">
            <a:extLst>
              <a:ext uri="{FF2B5EF4-FFF2-40B4-BE49-F238E27FC236}">
                <a16:creationId xmlns:a16="http://schemas.microsoft.com/office/drawing/2014/main"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0C50E97D-3024-3B81-A109-5EAF6E7AF5B3}"/>
              </a:ext>
            </a:extLst>
          </p:cNvPr>
          <p:cNvSpPr>
            <a:spLocks noGrp="1"/>
          </p:cNvSpPr>
          <p:nvPr>
            <p:ph type="ftr" sz="quarter" idx="16"/>
          </p:nvPr>
        </p:nvSpPr>
        <p:spPr>
          <a:xfrm>
            <a:off x="6196084" y="6450237"/>
            <a:ext cx="1968375" cy="365125"/>
          </a:xfrm>
        </p:spPr>
        <p:txBody>
          <a:bodyPr anchor="b"/>
          <a:lstStyle/>
          <a:p>
            <a:r>
              <a:rPr lang="en-US" dirty="0"/>
              <a:t>Sample footer text</a:t>
            </a:r>
          </a:p>
        </p:txBody>
      </p:sp>
      <p:sp>
        <p:nvSpPr>
          <p:cNvPr id="3" name="Slide Number Placeholder 9">
            <a:extLst>
              <a:ext uri="{FF2B5EF4-FFF2-40B4-BE49-F238E27FC236}">
                <a16:creationId xmlns:a16="http://schemas.microsoft.com/office/drawing/2014/main"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dirty="0"/>
              <a:t>Click to edit Master title style</a:t>
            </a:r>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dirty="0"/>
              <a:t>Click to edit Master title style</a:t>
            </a:r>
          </a:p>
        </p:txBody>
      </p:sp>
      <p:sp>
        <p:nvSpPr>
          <p:cNvPr id="4" name="Picture Placeholder 10">
            <a:extLst>
              <a:ext uri="{FF2B5EF4-FFF2-40B4-BE49-F238E27FC236}">
                <a16:creationId xmlns:a16="http://schemas.microsoft.com/office/drawing/2014/main"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id="{A9CA9496-CED8-8D3F-ABD7-73692B2D6CB1}"/>
              </a:ext>
            </a:extLst>
          </p:cNvPr>
          <p:cNvSpPr>
            <a:spLocks noGrp="1"/>
          </p:cNvSpPr>
          <p:nvPr>
            <p:ph sz="quarter" idx="14"/>
          </p:nvPr>
        </p:nvSpPr>
        <p:spPr>
          <a:xfrm>
            <a:off x="7122161"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9AA3307D-5C4C-C4FF-D129-681F24B8E79B}"/>
              </a:ext>
            </a:extLst>
          </p:cNvPr>
          <p:cNvSpPr>
            <a:spLocks noGrp="1"/>
          </p:cNvSpPr>
          <p:nvPr>
            <p:ph type="ftr" sz="quarter" idx="16"/>
          </p:nvPr>
        </p:nvSpPr>
        <p:spPr>
          <a:xfrm>
            <a:off x="7093839" y="6430476"/>
            <a:ext cx="1968375" cy="379867"/>
          </a:xfrm>
        </p:spPr>
        <p:txBody>
          <a:bodyPr anchor="b"/>
          <a:lstStyle/>
          <a:p>
            <a:r>
              <a:rPr lang="en-US" dirty="0"/>
              <a:t>Sample footer text</a:t>
            </a:r>
          </a:p>
        </p:txBody>
      </p:sp>
      <p:sp>
        <p:nvSpPr>
          <p:cNvPr id="6" name="Slide Number Placeholder 9">
            <a:extLst>
              <a:ext uri="{FF2B5EF4-FFF2-40B4-BE49-F238E27FC236}">
                <a16:creationId xmlns:a16="http://schemas.microsoft.com/office/drawing/2014/main"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dirty="0"/>
              <a:t>Click to edit Master title style</a:t>
            </a:r>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dirty="0"/>
              <a:t>Click to edit Master title style</a:t>
            </a:r>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dirty="0"/>
              <a:t>Click to edit Master title style</a:t>
            </a:r>
          </a:p>
        </p:txBody>
      </p:sp>
      <p:sp>
        <p:nvSpPr>
          <p:cNvPr id="3" name="Content Placeholder 7">
            <a:extLst>
              <a:ext uri="{FF2B5EF4-FFF2-40B4-BE49-F238E27FC236}">
                <a16:creationId xmlns:a16="http://schemas.microsoft.com/office/drawing/2014/main" id="{3D76D0DE-4A60-5EEB-7C52-24A5022D25C8}"/>
              </a:ext>
            </a:extLst>
          </p:cNvPr>
          <p:cNvSpPr>
            <a:spLocks noGrp="1"/>
          </p:cNvSpPr>
          <p:nvPr>
            <p:ph sz="quarter" idx="14"/>
          </p:nvPr>
        </p:nvSpPr>
        <p:spPr>
          <a:xfrm>
            <a:off x="530352" y="3209544"/>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dirty="0"/>
              <a:t> </a:t>
            </a:r>
          </a:p>
        </p:txBody>
      </p:sp>
      <p:sp>
        <p:nvSpPr>
          <p:cNvPr id="4" name="Footer Placeholder 8">
            <a:extLst>
              <a:ext uri="{FF2B5EF4-FFF2-40B4-BE49-F238E27FC236}">
                <a16:creationId xmlns:a16="http://schemas.microsoft.com/office/drawing/2014/main" id="{A255C95A-1493-49D0-7E13-22BA91D6C3D8}"/>
              </a:ext>
            </a:extLst>
          </p:cNvPr>
          <p:cNvSpPr>
            <a:spLocks noGrp="1"/>
          </p:cNvSpPr>
          <p:nvPr>
            <p:ph type="ftr" sz="quarter" idx="16"/>
          </p:nvPr>
        </p:nvSpPr>
        <p:spPr>
          <a:xfrm>
            <a:off x="530352"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dirty="0"/>
              <a:t>Click to edit Master title style</a:t>
            </a:r>
          </a:p>
        </p:txBody>
      </p:sp>
      <p:sp>
        <p:nvSpPr>
          <p:cNvPr id="8" name="Footer Placeholder 7">
            <a:extLst>
              <a:ext uri="{FF2B5EF4-FFF2-40B4-BE49-F238E27FC236}">
                <a16:creationId xmlns:a16="http://schemas.microsoft.com/office/drawing/2014/main" id="{353F39CB-9CE6-B4F1-AF33-1A09A12BE9AE}"/>
              </a:ext>
            </a:extLst>
          </p:cNvPr>
          <p:cNvSpPr>
            <a:spLocks noGrp="1"/>
          </p:cNvSpPr>
          <p:nvPr>
            <p:ph type="ftr" sz="quarter" idx="16"/>
          </p:nvPr>
        </p:nvSpPr>
        <p:spPr>
          <a:xfrm>
            <a:off x="530352" y="110364"/>
            <a:ext cx="4297680" cy="365125"/>
          </a:xfrm>
        </p:spPr>
        <p:txBody>
          <a:bodyPr/>
          <a:lstStyle/>
          <a:p>
            <a:r>
              <a:rPr lang="en-US" dirty="0"/>
              <a:t>Sample footer text</a:t>
            </a:r>
          </a:p>
        </p:txBody>
      </p:sp>
      <p:sp>
        <p:nvSpPr>
          <p:cNvPr id="7" name="Date Placeholder 6">
            <a:extLst>
              <a:ext uri="{FF2B5EF4-FFF2-40B4-BE49-F238E27FC236}">
                <a16:creationId xmlns:a16="http://schemas.microsoft.com/office/drawing/2014/main" id="{40F9206B-94E8-C3F0-6151-8464A5C587D6}"/>
              </a:ext>
            </a:extLst>
          </p:cNvPr>
          <p:cNvSpPr>
            <a:spLocks noGrp="1"/>
          </p:cNvSpPr>
          <p:nvPr>
            <p:ph type="dt" sz="half" idx="15"/>
          </p:nvPr>
        </p:nvSpPr>
        <p:spPr>
          <a:xfrm>
            <a:off x="5264400" y="104576"/>
            <a:ext cx="4836883" cy="365125"/>
          </a:xfrm>
        </p:spPr>
        <p:txBody>
          <a:bodyPr/>
          <a:lstStyle/>
          <a:p>
            <a:endParaRPr lang="en-US" dirty="0"/>
          </a:p>
        </p:txBody>
      </p:sp>
      <p:sp>
        <p:nvSpPr>
          <p:cNvPr id="10" name="Slide Number Placeholder 9">
            <a:extLst>
              <a:ext uri="{FF2B5EF4-FFF2-40B4-BE49-F238E27FC236}">
                <a16:creationId xmlns:a16="http://schemas.microsoft.com/office/drawing/2014/main"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dirty="0"/>
          </a:p>
        </p:txBody>
      </p:sp>
      <p:sp>
        <p:nvSpPr>
          <p:cNvPr id="9" name="Content Placeholder 7">
            <a:extLst>
              <a:ext uri="{FF2B5EF4-FFF2-40B4-BE49-F238E27FC236}">
                <a16:creationId xmlns:a16="http://schemas.microsoft.com/office/drawing/2014/main"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493389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10">
            <a:extLst>
              <a:ext uri="{FF2B5EF4-FFF2-40B4-BE49-F238E27FC236}">
                <a16:creationId xmlns:a16="http://schemas.microsoft.com/office/drawing/2014/main"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dirty="0"/>
          </a:p>
          <a:p>
            <a:endParaRPr lang="en-US" dirty="0"/>
          </a:p>
        </p:txBody>
      </p:sp>
      <p:sp>
        <p:nvSpPr>
          <p:cNvPr id="3" name="Footer Placeholder 8">
            <a:extLst>
              <a:ext uri="{FF2B5EF4-FFF2-40B4-BE49-F238E27FC236}">
                <a16:creationId xmlns:a16="http://schemas.microsoft.com/office/drawing/2014/main" id="{34B3914D-A10D-2D8F-7CC2-7E07FAAE88EA}"/>
              </a:ext>
            </a:extLst>
          </p:cNvPr>
          <p:cNvSpPr>
            <a:spLocks noGrp="1"/>
          </p:cNvSpPr>
          <p:nvPr>
            <p:ph type="ftr" sz="quarter" idx="16"/>
          </p:nvPr>
        </p:nvSpPr>
        <p:spPr>
          <a:xfrm>
            <a:off x="530352" y="6462179"/>
            <a:ext cx="1968375" cy="365125"/>
          </a:xfrm>
        </p:spPr>
        <p:txBody>
          <a:bodyPr anchor="b"/>
          <a:lstStyle/>
          <a:p>
            <a:r>
              <a:rPr lang="en-US" dirty="0"/>
              <a:t>Sample footer text</a:t>
            </a:r>
          </a:p>
        </p:txBody>
      </p:sp>
      <p:sp>
        <p:nvSpPr>
          <p:cNvPr id="10" name="Date Placeholder 9">
            <a:extLst>
              <a:ext uri="{FF2B5EF4-FFF2-40B4-BE49-F238E27FC236}">
                <a16:creationId xmlns:a16="http://schemas.microsoft.com/office/drawing/2014/main" id="{4A78AAE3-4F7C-3B5B-F640-B147F33EB691}"/>
              </a:ext>
            </a:extLst>
          </p:cNvPr>
          <p:cNvSpPr>
            <a:spLocks noGrp="1"/>
          </p:cNvSpPr>
          <p:nvPr>
            <p:ph type="dt" sz="half" idx="19"/>
          </p:nvPr>
        </p:nvSpPr>
        <p:spPr>
          <a:xfrm>
            <a:off x="7328846" y="6492875"/>
            <a:ext cx="3270368" cy="365125"/>
          </a:xfrm>
        </p:spPr>
        <p:txBody>
          <a:bodyPr anchor="b"/>
          <a:lstStyle/>
          <a:p>
            <a:endParaRPr lang="en-US" dirty="0"/>
          </a:p>
        </p:txBody>
      </p:sp>
      <p:sp>
        <p:nvSpPr>
          <p:cNvPr id="4" name="Slide Number Placeholder 9">
            <a:extLst>
              <a:ext uri="{FF2B5EF4-FFF2-40B4-BE49-F238E27FC236}">
                <a16:creationId xmlns:a16="http://schemas.microsoft.com/office/drawing/2014/main"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dirty="0"/>
              <a:t>Click to edit Master title style</a:t>
            </a:r>
          </a:p>
        </p:txBody>
      </p:sp>
      <p:sp>
        <p:nvSpPr>
          <p:cNvPr id="10" name="Content Placeholder 7">
            <a:extLst>
              <a:ext uri="{FF2B5EF4-FFF2-40B4-BE49-F238E27FC236}">
                <a16:creationId xmlns:a16="http://schemas.microsoft.com/office/drawing/2014/main"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459D8383-42AF-7DFA-C40A-B388514EFD97}"/>
              </a:ext>
            </a:extLst>
          </p:cNvPr>
          <p:cNvSpPr>
            <a:spLocks noGrp="1"/>
          </p:cNvSpPr>
          <p:nvPr>
            <p:ph type="ftr" sz="quarter" idx="16"/>
          </p:nvPr>
        </p:nvSpPr>
        <p:spPr>
          <a:xfrm>
            <a:off x="6192658" y="117098"/>
            <a:ext cx="332323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7224019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dirty="0"/>
              <a:t>Click to edit Master title style</a:t>
            </a:r>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00E56234-B5C3-D303-58A8-CF23222EF578}"/>
              </a:ext>
            </a:extLst>
          </p:cNvPr>
          <p:cNvSpPr>
            <a:spLocks noGrp="1"/>
          </p:cNvSpPr>
          <p:nvPr>
            <p:ph type="ftr" sz="quarter" idx="11"/>
          </p:nvPr>
        </p:nvSpPr>
        <p:spPr>
          <a:xfrm>
            <a:off x="522514" y="6446399"/>
            <a:ext cx="5332001"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7C0A47EA-16E7-11EE-8018-164220C78882}"/>
              </a:ext>
            </a:extLst>
          </p:cNvPr>
          <p:cNvSpPr>
            <a:spLocks noGrp="1"/>
          </p:cNvSpPr>
          <p:nvPr>
            <p:ph type="dt" sz="half" idx="10"/>
          </p:nvPr>
        </p:nvSpPr>
        <p:spPr>
          <a:xfrm>
            <a:off x="6192520" y="6446399"/>
            <a:ext cx="2533470" cy="365125"/>
          </a:xfrm>
        </p:spPr>
        <p:txBody>
          <a:bodyPr anchor="b"/>
          <a:lstStyle/>
          <a:p>
            <a:endParaRPr lang="en-US" dirty="0"/>
          </a:p>
        </p:txBody>
      </p:sp>
      <p:sp>
        <p:nvSpPr>
          <p:cNvPr id="5" name="Slide Number Placeholder 5">
            <a:extLst>
              <a:ext uri="{FF2B5EF4-FFF2-40B4-BE49-F238E27FC236}">
                <a16:creationId xmlns:a16="http://schemas.microsoft.com/office/drawing/2014/main"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dirty="0"/>
          </a:p>
        </p:txBody>
      </p:sp>
      <p:sp>
        <p:nvSpPr>
          <p:cNvPr id="7" name="Picture Placeholder 6">
            <a:extLst>
              <a:ext uri="{FF2B5EF4-FFF2-40B4-BE49-F238E27FC236}">
                <a16:creationId xmlns:a16="http://schemas.microsoft.com/office/drawing/2014/main"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pic>
        <p:nvPicPr>
          <p:cNvPr id="6" name="Graphic 5">
            <a:extLst>
              <a:ext uri="{FF2B5EF4-FFF2-40B4-BE49-F238E27FC236}">
                <a16:creationId xmlns:a16="http://schemas.microsoft.com/office/drawing/2014/main" id="{0E3A4F82-7267-3CC9-7E77-5D7ABE6E5C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id="{9177888A-355A-DE7F-B87A-D018FC9564C3}"/>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id="{E2B4EDBB-F789-35E1-3512-3A3E647C2B42}"/>
              </a:ext>
            </a:extLst>
          </p:cNvPr>
          <p:cNvSpPr>
            <a:spLocks noGrp="1"/>
          </p:cNvSpPr>
          <p:nvPr>
            <p:ph type="dt" sz="half" idx="14"/>
          </p:nvPr>
        </p:nvSpPr>
        <p:spPr/>
        <p:txBody>
          <a:bodyPr/>
          <a:lstStyle/>
          <a:p>
            <a:endParaRPr lang="en-US" dirty="0"/>
          </a:p>
        </p:txBody>
      </p:sp>
      <p:sp>
        <p:nvSpPr>
          <p:cNvPr id="10" name="Slide Number Placeholder 9">
            <a:extLst>
              <a:ext uri="{FF2B5EF4-FFF2-40B4-BE49-F238E27FC236}">
                <a16:creationId xmlns:a16="http://schemas.microsoft.com/office/drawing/2014/main"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5" name="Content Placeholder 6">
            <a:extLst>
              <a:ext uri="{FF2B5EF4-FFF2-40B4-BE49-F238E27FC236}">
                <a16:creationId xmlns:a16="http://schemas.microsoft.com/office/drawing/2014/main"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2" name="Date Placeholder 3">
            <a:extLst>
              <a:ext uri="{FF2B5EF4-FFF2-40B4-BE49-F238E27FC236}">
                <a16:creationId xmlns:a16="http://schemas.microsoft.com/office/drawing/2014/main" id="{ED2971BB-BFC1-CA41-54C4-399DFC349B4A}"/>
              </a:ext>
            </a:extLst>
          </p:cNvPr>
          <p:cNvSpPr>
            <a:spLocks noGrp="1"/>
          </p:cNvSpPr>
          <p:nvPr>
            <p:ph type="dt" sz="half" idx="10"/>
          </p:nvPr>
        </p:nvSpPr>
        <p:spPr>
          <a:xfrm>
            <a:off x="6190488" y="100701"/>
            <a:ext cx="5332001" cy="365125"/>
          </a:xfrm>
        </p:spPr>
        <p:txBody>
          <a:bodyPr/>
          <a:lstStyle/>
          <a:p>
            <a:endParaRPr lang="en-US" dirty="0"/>
          </a:p>
        </p:txBody>
      </p:sp>
      <p:sp>
        <p:nvSpPr>
          <p:cNvPr id="5" name="Slide Number Placeholder 5">
            <a:extLst>
              <a:ext uri="{FF2B5EF4-FFF2-40B4-BE49-F238E27FC236}">
                <a16:creationId xmlns:a16="http://schemas.microsoft.com/office/drawing/2014/main"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0E84C63-8906-E024-96D3-CABBCE341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dirty="0"/>
              <a:t>Click to edit Master title style</a:t>
            </a:r>
          </a:p>
        </p:txBody>
      </p:sp>
      <p:sp>
        <p:nvSpPr>
          <p:cNvPr id="8" name="Date Placeholder 2">
            <a:extLst>
              <a:ext uri="{FF2B5EF4-FFF2-40B4-BE49-F238E27FC236}">
                <a16:creationId xmlns:a16="http://schemas.microsoft.com/office/drawing/2014/main" id="{29716D90-0E1B-9CA0-CA68-BAF42DCA9C28}"/>
              </a:ext>
            </a:extLst>
          </p:cNvPr>
          <p:cNvSpPr>
            <a:spLocks noGrp="1"/>
          </p:cNvSpPr>
          <p:nvPr>
            <p:ph type="dt" sz="half" idx="10"/>
          </p:nvPr>
        </p:nvSpPr>
        <p:spPr>
          <a:xfrm>
            <a:off x="0" y="99445"/>
            <a:ext cx="3345188" cy="365125"/>
          </a:xfrm>
        </p:spPr>
        <p:txBody>
          <a:bodyPr/>
          <a:lstStyle/>
          <a:p>
            <a:endParaRPr lang="en-US" dirty="0"/>
          </a:p>
        </p:txBody>
      </p:sp>
      <p:sp>
        <p:nvSpPr>
          <p:cNvPr id="9" name="Content Placeholder 6">
            <a:extLst>
              <a:ext uri="{FF2B5EF4-FFF2-40B4-BE49-F238E27FC236}">
                <a16:creationId xmlns:a16="http://schemas.microsoft.com/office/drawing/2014/main"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052833"/>
            <a:ext cx="10652760" cy="970083"/>
          </a:xfrm>
        </p:spPr>
        <p:txBody>
          <a:bodyPr/>
          <a:lstStyle/>
          <a:p>
            <a:r>
              <a:rPr lang="en-US" dirty="0"/>
              <a:t>Click to edit Master title style</a:t>
            </a:r>
          </a:p>
        </p:txBody>
      </p:sp>
      <p:sp>
        <p:nvSpPr>
          <p:cNvPr id="5" name="Content Placeholder 6">
            <a:extLst>
              <a:ext uri="{FF2B5EF4-FFF2-40B4-BE49-F238E27FC236}">
                <a16:creationId xmlns:a16="http://schemas.microsoft.com/office/drawing/2014/main"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dirty="0"/>
          </a:p>
        </p:txBody>
      </p:sp>
      <p:sp>
        <p:nvSpPr>
          <p:cNvPr id="10" name="Oval 9">
            <a:extLst>
              <a:ext uri="{FF2B5EF4-FFF2-40B4-BE49-F238E27FC236}">
                <a16:creationId xmlns:a16="http://schemas.microsoft.com/office/drawing/2014/main"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ADC5C58-149D-7F0E-C0DA-F056A621828F}"/>
              </a:ext>
            </a:extLst>
          </p:cNvPr>
          <p:cNvSpPr>
            <a:spLocks noGrp="1"/>
          </p:cNvSpPr>
          <p:nvPr>
            <p:ph type="ftr" sz="quarter" idx="11"/>
          </p:nvPr>
        </p:nvSpPr>
        <p:spPr>
          <a:xfrm>
            <a:off x="0" y="6411675"/>
            <a:ext cx="5898630"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id="{E1B7751E-865D-DA78-6F88-46D5A33A26EB}"/>
              </a:ext>
            </a:extLst>
          </p:cNvPr>
          <p:cNvSpPr>
            <a:spLocks noGrp="1"/>
          </p:cNvSpPr>
          <p:nvPr>
            <p:ph type="dt" sz="half" idx="10"/>
          </p:nvPr>
        </p:nvSpPr>
        <p:spPr>
          <a:xfrm>
            <a:off x="6217920" y="6411675"/>
            <a:ext cx="5332001" cy="365125"/>
          </a:xfrm>
        </p:spPr>
        <p:txBody>
          <a:bodyPr anchor="b"/>
          <a:lstStyle/>
          <a:p>
            <a:endParaRPr lang="en-US" dirty="0"/>
          </a:p>
        </p:txBody>
      </p:sp>
    </p:spTree>
    <p:extLst>
      <p:ext uri="{BB962C8B-B14F-4D97-AF65-F5344CB8AC3E}">
        <p14:creationId xmlns:p14="http://schemas.microsoft.com/office/powerpoint/2010/main" val="17596521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2250" y="-1215532"/>
            <a:ext cx="10652760" cy="1133856"/>
          </a:xfrm>
        </p:spPr>
        <p:txBody>
          <a:bodyPr/>
          <a:lstStyle/>
          <a:p>
            <a:r>
              <a:rPr lang="en-US" dirty="0"/>
              <a:t>Click to edit Master title style</a:t>
            </a:r>
          </a:p>
        </p:txBody>
      </p:sp>
      <p:pic>
        <p:nvPicPr>
          <p:cNvPr id="4" name="Graphic 3">
            <a:extLst>
              <a:ext uri="{FF2B5EF4-FFF2-40B4-BE49-F238E27FC236}">
                <a16:creationId xmlns:a16="http://schemas.microsoft.com/office/drawing/2014/main" id="{9F77EE86-26B5-588D-FBC7-2D55635EA6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id="{BF7D7DCD-152C-2BBF-7A32-DD62FF0F8F5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3" name="Date Placeholder 3">
            <a:extLst>
              <a:ext uri="{FF2B5EF4-FFF2-40B4-BE49-F238E27FC236}">
                <a16:creationId xmlns:a16="http://schemas.microsoft.com/office/drawing/2014/main" id="{4500461C-98A4-27A2-7628-C754571FABF5}"/>
              </a:ext>
            </a:extLst>
          </p:cNvPr>
          <p:cNvSpPr>
            <a:spLocks noGrp="1"/>
          </p:cNvSpPr>
          <p:nvPr>
            <p:ph type="dt" sz="half" idx="10"/>
          </p:nvPr>
        </p:nvSpPr>
        <p:spPr>
          <a:xfrm>
            <a:off x="6190488"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8" name="Content Placeholder 6">
            <a:extLst>
              <a:ext uri="{FF2B5EF4-FFF2-40B4-BE49-F238E27FC236}">
                <a16:creationId xmlns:a16="http://schemas.microsoft.com/office/drawing/2014/main"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8" name="Content Placeholder 6">
            <a:extLst>
              <a:ext uri="{FF2B5EF4-FFF2-40B4-BE49-F238E27FC236}">
                <a16:creationId xmlns:a16="http://schemas.microsoft.com/office/drawing/2014/main"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12" name="Footer Placeholder 4">
            <a:extLst>
              <a:ext uri="{FF2B5EF4-FFF2-40B4-BE49-F238E27FC236}">
                <a16:creationId xmlns:a16="http://schemas.microsoft.com/office/drawing/2014/main" id="{1C894B53-7D10-FCBC-A9AE-9307AA00D589}"/>
              </a:ext>
            </a:extLst>
          </p:cNvPr>
          <p:cNvSpPr>
            <a:spLocks noGrp="1"/>
          </p:cNvSpPr>
          <p:nvPr>
            <p:ph type="ftr" sz="quarter" idx="11"/>
          </p:nvPr>
        </p:nvSpPr>
        <p:spPr>
          <a:xfrm>
            <a:off x="6190488" y="100701"/>
            <a:ext cx="5340668" cy="365125"/>
          </a:xfrm>
        </p:spPr>
        <p:txBody>
          <a:bodyPr/>
          <a:lstStyle/>
          <a:p>
            <a:r>
              <a:rPr lang="en-US" dirty="0"/>
              <a:t>Sample footer text</a:t>
            </a:r>
          </a:p>
        </p:txBody>
      </p:sp>
      <p:sp>
        <p:nvSpPr>
          <p:cNvPr id="7" name="Date Placeholder 3">
            <a:extLst>
              <a:ext uri="{FF2B5EF4-FFF2-40B4-BE49-F238E27FC236}">
                <a16:creationId xmlns:a16="http://schemas.microsoft.com/office/drawing/2014/main" id="{5901AD6A-AFD3-46A2-2880-946FA9EBA0BC}"/>
              </a:ext>
            </a:extLst>
          </p:cNvPr>
          <p:cNvSpPr>
            <a:spLocks noGrp="1"/>
          </p:cNvSpPr>
          <p:nvPr>
            <p:ph type="dt" sz="half" idx="10"/>
          </p:nvPr>
        </p:nvSpPr>
        <p:spPr>
          <a:xfrm>
            <a:off x="6190488" y="6362968"/>
            <a:ext cx="2511743" cy="365125"/>
          </a:xfrm>
        </p:spPr>
        <p:txBody>
          <a:bodyPr anchor="b"/>
          <a:lstStyle/>
          <a:p>
            <a:endParaRPr lang="en-US" dirty="0"/>
          </a:p>
        </p:txBody>
      </p:sp>
      <p:sp>
        <p:nvSpPr>
          <p:cNvPr id="13" name="Slide Number Placeholder 5">
            <a:extLst>
              <a:ext uri="{FF2B5EF4-FFF2-40B4-BE49-F238E27FC236}">
                <a16:creationId xmlns:a16="http://schemas.microsoft.com/office/drawing/2014/main"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2" name="Date Placeholder 3">
            <a:extLst>
              <a:ext uri="{FF2B5EF4-FFF2-40B4-BE49-F238E27FC236}">
                <a16:creationId xmlns:a16="http://schemas.microsoft.com/office/drawing/2014/main" id="{D655B7A7-70D5-BACE-2BCD-3388773C761F}"/>
              </a:ext>
            </a:extLst>
          </p:cNvPr>
          <p:cNvSpPr>
            <a:spLocks noGrp="1"/>
          </p:cNvSpPr>
          <p:nvPr>
            <p:ph type="dt" sz="half" idx="10"/>
          </p:nvPr>
        </p:nvSpPr>
        <p:spPr>
          <a:xfrm>
            <a:off x="6217920" y="6397341"/>
            <a:ext cx="5332001" cy="365125"/>
          </a:xfrm>
        </p:spPr>
        <p:txBody>
          <a:bodyPr anchor="b"/>
          <a:lstStyle/>
          <a:p>
            <a:endParaRPr lang="en-US" dirty="0"/>
          </a:p>
        </p:txBody>
      </p:sp>
      <p:sp>
        <p:nvSpPr>
          <p:cNvPr id="9" name="Slide Number Placeholder 5">
            <a:extLst>
              <a:ext uri="{FF2B5EF4-FFF2-40B4-BE49-F238E27FC236}">
                <a16:creationId xmlns:a16="http://schemas.microsoft.com/office/drawing/2014/main"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dirty="0"/>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5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C057153-B650-4DEB-B370-79DDCFDCE934}"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0484430"/>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52" r:id="rId18"/>
    <p:sldLayoutId id="2147483784" r:id="rId19"/>
    <p:sldLayoutId id="2147483831" r:id="rId20"/>
    <p:sldLayoutId id="2147483783" r:id="rId21"/>
    <p:sldLayoutId id="2147483786" r:id="rId22"/>
    <p:sldLayoutId id="2147483787" r:id="rId23"/>
    <p:sldLayoutId id="2147483788" r:id="rId24"/>
    <p:sldLayoutId id="2147483853" r:id="rId25"/>
    <p:sldLayoutId id="2147483794" r:id="rId26"/>
    <p:sldLayoutId id="2147483795" r:id="rId27"/>
    <p:sldLayoutId id="2147483797" r:id="rId28"/>
    <p:sldLayoutId id="2147483798" r:id="rId29"/>
    <p:sldLayoutId id="2147483801" r:id="rId30"/>
    <p:sldLayoutId id="2147483802" r:id="rId31"/>
    <p:sldLayoutId id="2147483803" r:id="rId32"/>
    <p:sldLayoutId id="2147483804" r:id="rId33"/>
    <p:sldLayoutId id="2147483805" r:id="rId34"/>
    <p:sldLayoutId id="2147483806" r:id="rId35"/>
    <p:sldLayoutId id="2147483808" r:id="rId36"/>
    <p:sldLayoutId id="2147483809" r:id="rId37"/>
    <p:sldLayoutId id="2147483810" r:id="rId38"/>
    <p:sldLayoutId id="2147483811" r:id="rId39"/>
    <p:sldLayoutId id="2147483812" r:id="rId40"/>
    <p:sldLayoutId id="2147483841" r:id="rId41"/>
    <p:sldLayoutId id="2147483842" r:id="rId42"/>
    <p:sldLayoutId id="2147483815" r:id="rId43"/>
    <p:sldLayoutId id="2147483816" r:id="rId44"/>
    <p:sldLayoutId id="2147483844" r:id="rId45"/>
    <p:sldLayoutId id="2147483818" r:id="rId46"/>
    <p:sldLayoutId id="2147483819" r:id="rId47"/>
    <p:sldLayoutId id="2147483820" r:id="rId48"/>
    <p:sldLayoutId id="2147483821" r:id="rId49"/>
    <p:sldLayoutId id="2147483822" r:id="rId50"/>
    <p:sldLayoutId id="2147483825" r:id="rId51"/>
    <p:sldLayoutId id="2147483850" r:id="rId52"/>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12.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D5B5-E16A-2ACF-F862-4CC87F28DEC1}"/>
              </a:ext>
            </a:extLst>
          </p:cNvPr>
          <p:cNvSpPr>
            <a:spLocks noGrp="1"/>
          </p:cNvSpPr>
          <p:nvPr>
            <p:ph type="title"/>
          </p:nvPr>
        </p:nvSpPr>
        <p:spPr>
          <a:xfrm>
            <a:off x="771033" y="448054"/>
            <a:ext cx="11013671" cy="1353314"/>
          </a:xfrm>
        </p:spPr>
        <p:txBody>
          <a:bodyPr>
            <a:normAutofit fontScale="90000"/>
          </a:bodyPr>
          <a:lstStyle/>
          <a:p>
            <a:r>
              <a:rPr lang="en-US" dirty="0"/>
              <a:t>How many hours do you spend on social media daily?</a:t>
            </a:r>
            <a:br>
              <a:rPr lang="en-IN" dirty="0"/>
            </a:br>
            <a:endParaRPr lang="en-IN" dirty="0"/>
          </a:p>
        </p:txBody>
      </p:sp>
      <p:sp>
        <p:nvSpPr>
          <p:cNvPr id="3" name="Content Placeholder 2">
            <a:extLst>
              <a:ext uri="{FF2B5EF4-FFF2-40B4-BE49-F238E27FC236}">
                <a16:creationId xmlns:a16="http://schemas.microsoft.com/office/drawing/2014/main" id="{67675226-26C5-4B6A-D631-862A65772835}"/>
              </a:ext>
            </a:extLst>
          </p:cNvPr>
          <p:cNvSpPr>
            <a:spLocks noGrp="1"/>
          </p:cNvSpPr>
          <p:nvPr>
            <p:ph idx="1"/>
          </p:nvPr>
        </p:nvSpPr>
        <p:spPr>
          <a:xfrm>
            <a:off x="1444752" y="6409946"/>
            <a:ext cx="10108414" cy="157110"/>
          </a:xfrm>
        </p:spPr>
        <p:txBody>
          <a:bodyPr>
            <a:normAutofit fontScale="25000" lnSpcReduction="20000"/>
          </a:bodyPr>
          <a:lstStyle/>
          <a:p>
            <a:endParaRPr lang="en-IN" dirty="0"/>
          </a:p>
        </p:txBody>
      </p:sp>
    </p:spTree>
    <p:extLst>
      <p:ext uri="{BB962C8B-B14F-4D97-AF65-F5344CB8AC3E}">
        <p14:creationId xmlns:p14="http://schemas.microsoft.com/office/powerpoint/2010/main" val="447486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6EF1CE5-0792-149A-6399-3EF6507F0BE2}"/>
              </a:ext>
            </a:extLst>
          </p:cNvPr>
          <p:cNvSpPr>
            <a:spLocks noGrp="1"/>
          </p:cNvSpPr>
          <p:nvPr>
            <p:ph type="subTitle" idx="1"/>
          </p:nvPr>
        </p:nvSpPr>
        <p:spPr/>
        <p:txBody>
          <a:bodyPr anchor="b">
            <a:normAutofit/>
          </a:bodyPr>
          <a:lstStyle/>
          <a:p>
            <a:r>
              <a:rPr lang="en-US"/>
              <a:t>Exploring impacts of digital communication on society</a:t>
            </a:r>
          </a:p>
        </p:txBody>
      </p:sp>
      <p:pic>
        <p:nvPicPr>
          <p:cNvPr id="5" name="Picture Placeholder 4" descr="Circle of hands holding smartphones">
            <a:extLst>
              <a:ext uri="{FF2B5EF4-FFF2-40B4-BE49-F238E27FC236}">
                <a16:creationId xmlns:a16="http://schemas.microsoft.com/office/drawing/2014/main" id="{6E5C0689-22B4-417A-80B0-4F2DC21ADB37}"/>
              </a:ext>
            </a:extLst>
          </p:cNvPr>
          <p:cNvPicPr>
            <a:picLocks noGrp="1" noChangeAspect="1"/>
          </p:cNvPicPr>
          <p:nvPr>
            <p:ph type="pic" sz="quarter" idx="13"/>
          </p:nvPr>
        </p:nvPicPr>
        <p:blipFill>
          <a:blip r:embed="rId3"/>
          <a:srcRect l="20378" r="20378"/>
          <a:stretch/>
        </p:blipFill>
        <p:spPr>
          <a:prstGeom prst="rect">
            <a:avLst/>
          </a:prstGeom>
          <a:noFill/>
        </p:spPr>
      </p:pic>
      <p:sp>
        <p:nvSpPr>
          <p:cNvPr id="4" name="Title 3">
            <a:extLst>
              <a:ext uri="{FF2B5EF4-FFF2-40B4-BE49-F238E27FC236}">
                <a16:creationId xmlns:a16="http://schemas.microsoft.com/office/drawing/2014/main" id="{D627B9BC-0B3C-28AD-F484-94598D7D3523}"/>
              </a:ext>
            </a:extLst>
          </p:cNvPr>
          <p:cNvSpPr>
            <a:spLocks noGrp="1"/>
          </p:cNvSpPr>
          <p:nvPr>
            <p:ph type="title"/>
          </p:nvPr>
        </p:nvSpPr>
        <p:spPr>
          <a:xfrm>
            <a:off x="100584" y="117866"/>
            <a:ext cx="4654296" cy="3739896"/>
          </a:xfrm>
        </p:spPr>
        <p:txBody>
          <a:bodyPr anchor="t">
            <a:normAutofit/>
          </a:bodyPr>
          <a:lstStyle/>
          <a:p>
            <a:r>
              <a:rPr lang="en-US" dirty="0"/>
              <a:t>Social Media: is a Boon or Bane?</a:t>
            </a:r>
          </a:p>
        </p:txBody>
      </p:sp>
    </p:spTree>
    <p:extLst>
      <p:ext uri="{BB962C8B-B14F-4D97-AF65-F5344CB8AC3E}">
        <p14:creationId xmlns:p14="http://schemas.microsoft.com/office/powerpoint/2010/main" val="203139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EE485E7-7D6D-4CB0-A3AD-261D97B2E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55E3208-F0C4-4962-8946-065C94F89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Title 3">
            <a:extLst>
              <a:ext uri="{FF2B5EF4-FFF2-40B4-BE49-F238E27FC236}">
                <a16:creationId xmlns:a16="http://schemas.microsoft.com/office/drawing/2014/main" id="{BEC27699-07D4-F48A-0948-DE141CCB435B}"/>
              </a:ext>
            </a:extLst>
          </p:cNvPr>
          <p:cNvSpPr>
            <a:spLocks noGrp="1"/>
          </p:cNvSpPr>
          <p:nvPr>
            <p:ph type="title"/>
          </p:nvPr>
        </p:nvSpPr>
        <p:spPr>
          <a:xfrm>
            <a:off x="5140235" y="1027937"/>
            <a:ext cx="6083708" cy="3711894"/>
          </a:xfrm>
        </p:spPr>
        <p:txBody>
          <a:bodyPr vert="horz" lIns="91440" tIns="45720" rIns="91440" bIns="0" rtlCol="0" anchor="ctr">
            <a:normAutofit/>
          </a:bodyPr>
          <a:lstStyle/>
          <a:p>
            <a:r>
              <a:rPr lang="en-US" sz="5400"/>
              <a:t>Introduction</a:t>
            </a:r>
          </a:p>
        </p:txBody>
      </p:sp>
      <p:cxnSp>
        <p:nvCxnSpPr>
          <p:cNvPr id="21" name="Straight Connector 20">
            <a:extLst>
              <a:ext uri="{FF2B5EF4-FFF2-40B4-BE49-F238E27FC236}">
                <a16:creationId xmlns:a16="http://schemas.microsoft.com/office/drawing/2014/main" id="{4FAE17D3-C2DC-4665-AF20-33C5BACD5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375124"/>
            <a:ext cx="0" cy="3017520"/>
          </a:xfrm>
          <a:prstGeom prst="line">
            <a:avLst/>
          </a:prstGeom>
          <a:ln w="31750"/>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7021C573-B3FF-44B8-A5DE-AB39E9AA6B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5" name="Straight Connector 24">
            <a:extLst>
              <a:ext uri="{FF2B5EF4-FFF2-40B4-BE49-F238E27FC236}">
                <a16:creationId xmlns:a16="http://schemas.microsoft.com/office/drawing/2014/main" id="{50B0CCD4-E9B0-43B2-806F-05EDF57A7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267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40827-E913-FBC2-FD17-F84C7AEA0F36}"/>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Definition and Importance of Social Media</a:t>
            </a:r>
          </a:p>
        </p:txBody>
      </p:sp>
      <p:pic>
        <p:nvPicPr>
          <p:cNvPr id="4" name="Content Placeholder 3" descr="Full length shot of a group of creative businesspeople standing in a line and using their digital devices at work">
            <a:extLst>
              <a:ext uri="{FF2B5EF4-FFF2-40B4-BE49-F238E27FC236}">
                <a16:creationId xmlns:a16="http://schemas.microsoft.com/office/drawing/2014/main" id="{868359D9-3823-483D-9AB5-F3A92B83DB8C}"/>
              </a:ext>
            </a:extLst>
          </p:cNvPr>
          <p:cNvPicPr>
            <a:picLocks noGrp="1" noChangeAspect="1"/>
          </p:cNvPicPr>
          <p:nvPr>
            <p:ph type="pic" sz="quarter" idx="13"/>
          </p:nvPr>
        </p:nvPicPr>
        <p:blipFill>
          <a:blip r:embed="rId3"/>
          <a:srcRect l="30438" r="30438"/>
          <a:stretch>
            <a:fillRect/>
          </a:stretch>
        </p:blipFill>
        <p:spPr>
          <a:prstGeom prst="rect">
            <a:avLst/>
          </a:prstGeom>
          <a:noFill/>
        </p:spPr>
      </p:pic>
      <p:sp>
        <p:nvSpPr>
          <p:cNvPr id="5" name="TextBox 4">
            <a:extLst>
              <a:ext uri="{FF2B5EF4-FFF2-40B4-BE49-F238E27FC236}">
                <a16:creationId xmlns:a16="http://schemas.microsoft.com/office/drawing/2014/main" id="{F9F3713C-EEA9-4B46-8B83-91D84F885DC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9602"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Social Media Definition</a:t>
            </a:r>
          </a:p>
          <a:p>
            <a:pPr marL="0" lvl="1" indent="0">
              <a:lnSpc>
                <a:spcPct val="90000"/>
              </a:lnSpc>
              <a:spcBef>
                <a:spcPts val="1000"/>
              </a:spcBef>
              <a:spcAft>
                <a:spcPts val="600"/>
              </a:spcAft>
              <a:buNone/>
            </a:pPr>
            <a:r>
              <a:rPr lang="en-US" sz="1200"/>
              <a:t>Social media platforms enable users to create, share, and interact with content and communities online globally.</a:t>
            </a:r>
          </a:p>
          <a:p>
            <a:pPr marL="0" indent="0">
              <a:lnSpc>
                <a:spcPct val="90000"/>
              </a:lnSpc>
              <a:spcBef>
                <a:spcPts val="2500"/>
              </a:spcBef>
              <a:spcAft>
                <a:spcPts val="600"/>
              </a:spcAft>
              <a:buNone/>
            </a:pPr>
            <a:r>
              <a:rPr lang="en-US" sz="1200" b="1"/>
              <a:t>Global Connectivity</a:t>
            </a:r>
          </a:p>
          <a:p>
            <a:pPr marL="0" lvl="1" indent="0">
              <a:lnSpc>
                <a:spcPct val="90000"/>
              </a:lnSpc>
              <a:spcBef>
                <a:spcPts val="1000"/>
              </a:spcBef>
              <a:spcAft>
                <a:spcPts val="600"/>
              </a:spcAft>
              <a:buNone/>
            </a:pPr>
            <a:r>
              <a:rPr lang="en-US" sz="1200"/>
              <a:t>Social media breaks geographical barriers, connecting people worldwide instantly and fostering communication.</a:t>
            </a:r>
          </a:p>
          <a:p>
            <a:pPr marL="0" indent="0">
              <a:lnSpc>
                <a:spcPct val="90000"/>
              </a:lnSpc>
              <a:spcBef>
                <a:spcPts val="2500"/>
              </a:spcBef>
              <a:spcAft>
                <a:spcPts val="600"/>
              </a:spcAft>
              <a:buNone/>
            </a:pPr>
            <a:r>
              <a:rPr lang="en-US" sz="1200" b="1"/>
              <a:t>Benefits for Individuals and Organizations</a:t>
            </a:r>
          </a:p>
          <a:p>
            <a:pPr marL="0" lvl="1" indent="0">
              <a:lnSpc>
                <a:spcPct val="90000"/>
              </a:lnSpc>
              <a:spcBef>
                <a:spcPts val="1000"/>
              </a:spcBef>
              <a:spcAft>
                <a:spcPts val="600"/>
              </a:spcAft>
              <a:buNone/>
            </a:pPr>
            <a:r>
              <a:rPr lang="en-US" sz="1200"/>
              <a:t>Offers individuals creative expression and relationship building; empowers organizations with marketing and engagement tools.</a:t>
            </a:r>
          </a:p>
          <a:p>
            <a:pPr marL="0" indent="0">
              <a:lnSpc>
                <a:spcPct val="90000"/>
              </a:lnSpc>
              <a:spcBef>
                <a:spcPts val="2500"/>
              </a:spcBef>
              <a:spcAft>
                <a:spcPts val="600"/>
              </a:spcAft>
              <a:buNone/>
            </a:pPr>
            <a:r>
              <a:rPr lang="en-US" sz="1200" b="1"/>
              <a:t>Challenges and Risks</a:t>
            </a:r>
          </a:p>
          <a:p>
            <a:pPr marL="0" lvl="1" indent="0">
              <a:lnSpc>
                <a:spcPct val="90000"/>
              </a:lnSpc>
              <a:spcBef>
                <a:spcPts val="1000"/>
              </a:spcBef>
              <a:spcAft>
                <a:spcPts val="600"/>
              </a:spcAft>
              <a:buNone/>
            </a:pPr>
            <a:r>
              <a:rPr lang="en-US" sz="1200"/>
              <a:t>Issues include privacy concerns, mental health impact, and authenticity of shared information on social media.</a:t>
            </a:r>
          </a:p>
        </p:txBody>
      </p:sp>
    </p:spTree>
    <p:extLst>
      <p:ext uri="{BB962C8B-B14F-4D97-AF65-F5344CB8AC3E}">
        <p14:creationId xmlns:p14="http://schemas.microsoft.com/office/powerpoint/2010/main" val="2848192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BF0792A-0F2B-4A2E-AB38-0A4F18A30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DB18D-C2F1-4C8C-8808-9C01ECE68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1" name="Group 20">
            <a:extLst>
              <a:ext uri="{FF2B5EF4-FFF2-40B4-BE49-F238E27FC236}">
                <a16:creationId xmlns:a16="http://schemas.microsoft.com/office/drawing/2014/main" id="{E5D935FA-3336-4941-9214-E250A5727F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5671" y="644327"/>
            <a:ext cx="9299965" cy="4811366"/>
            <a:chOff x="7639235" y="600024"/>
            <a:chExt cx="3898557" cy="6878929"/>
          </a:xfrm>
        </p:grpSpPr>
        <p:sp>
          <p:nvSpPr>
            <p:cNvPr id="22" name="Rectangle 21">
              <a:extLst>
                <a:ext uri="{FF2B5EF4-FFF2-40B4-BE49-F238E27FC236}">
                  <a16:creationId xmlns:a16="http://schemas.microsoft.com/office/drawing/2014/main" id="{45D9E2ED-FF90-4200-A7EE-6D41D6526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39235" y="600024"/>
              <a:ext cx="3898557" cy="687892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4BEB8D-68AD-4314-8A2B-F8DC85A53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0263" y="1062693"/>
              <a:ext cx="3635738" cy="59547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574F3A8E-AA97-4BD8-70B3-ADC32E235B9A}"/>
              </a:ext>
            </a:extLst>
          </p:cNvPr>
          <p:cNvSpPr>
            <a:spLocks noGrp="1"/>
          </p:cNvSpPr>
          <p:nvPr>
            <p:ph type="title"/>
          </p:nvPr>
        </p:nvSpPr>
        <p:spPr>
          <a:xfrm>
            <a:off x="2391408" y="1590734"/>
            <a:ext cx="7405874" cy="2520012"/>
          </a:xfrm>
          <a:solidFill>
            <a:schemeClr val="bg2"/>
          </a:solidFill>
        </p:spPr>
        <p:txBody>
          <a:bodyPr vert="horz" lIns="91440" tIns="45720" rIns="91440" bIns="0" rtlCol="0" anchor="ctr">
            <a:normAutofit/>
          </a:bodyPr>
          <a:lstStyle/>
          <a:p>
            <a:pPr algn="ctr"/>
            <a:r>
              <a:rPr lang="en-US" sz="6000">
                <a:solidFill>
                  <a:schemeClr val="tx2"/>
                </a:solidFill>
              </a:rPr>
              <a:t>Pros of Social Media</a:t>
            </a:r>
          </a:p>
        </p:txBody>
      </p:sp>
      <p:cxnSp>
        <p:nvCxnSpPr>
          <p:cNvPr id="25" name="Straight Connector 24">
            <a:extLst>
              <a:ext uri="{FF2B5EF4-FFF2-40B4-BE49-F238E27FC236}">
                <a16:creationId xmlns:a16="http://schemas.microsoft.com/office/drawing/2014/main" id="{87F797D1-251E-41FE-9FF8-AD487DEF28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1416139"/>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09A0CE28-0E59-4F4D-9855-8A8DCE9A8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4285341"/>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9" name="Picture 28">
            <a:extLst>
              <a:ext uri="{FF2B5EF4-FFF2-40B4-BE49-F238E27FC236}">
                <a16:creationId xmlns:a16="http://schemas.microsoft.com/office/drawing/2014/main" id="{75CC23F7-9F20-4C4B-8608-BD4DE9728F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134582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CDC0-B077-1276-6356-576FC257B0C4}"/>
              </a:ext>
            </a:extLst>
          </p:cNvPr>
          <p:cNvSpPr>
            <a:spLocks noGrp="1"/>
          </p:cNvSpPr>
          <p:nvPr>
            <p:ph type="title"/>
          </p:nvPr>
        </p:nvSpPr>
        <p:spPr/>
        <p:txBody>
          <a:bodyPr vert="horz" lIns="91440" tIns="45720" rIns="91440" bIns="45720" rtlCol="0" anchor="t">
            <a:normAutofit fontScale="90000"/>
          </a:bodyPr>
          <a:lstStyle/>
          <a:p>
            <a:r>
              <a:rPr lang="en-US" sz="4300" b="0" i="0" kern="1200" spc="-200" baseline="0">
                <a:latin typeface="+mj-lt"/>
                <a:ea typeface="+mj-ea"/>
                <a:cs typeface="+mj-cs"/>
              </a:rPr>
              <a:t>Advantages and Opportunities</a:t>
            </a:r>
          </a:p>
        </p:txBody>
      </p:sp>
      <p:pic>
        <p:nvPicPr>
          <p:cNvPr id="4" name="Content Placeholder 3" descr="A virtual social network features connected 3D low-poly avatars.">
            <a:extLst>
              <a:ext uri="{FF2B5EF4-FFF2-40B4-BE49-F238E27FC236}">
                <a16:creationId xmlns:a16="http://schemas.microsoft.com/office/drawing/2014/main" id="{3F25E753-6640-42E6-852B-800850C1CF50}"/>
              </a:ext>
            </a:extLst>
          </p:cNvPr>
          <p:cNvPicPr>
            <a:picLocks noGrp="1" noChangeAspect="1"/>
          </p:cNvPicPr>
          <p:nvPr>
            <p:ph type="pic" sz="quarter" idx="13"/>
          </p:nvPr>
        </p:nvPicPr>
        <p:blipFill>
          <a:blip r:embed="rId3"/>
          <a:srcRect l="30452" r="30452"/>
          <a:stretch>
            <a:fillRect/>
          </a:stretch>
        </p:blipFill>
        <p:spPr>
          <a:prstGeom prst="rect">
            <a:avLst/>
          </a:prstGeom>
          <a:noFill/>
        </p:spPr>
      </p:pic>
      <p:sp>
        <p:nvSpPr>
          <p:cNvPr id="5" name="TextBox 4">
            <a:extLst>
              <a:ext uri="{FF2B5EF4-FFF2-40B4-BE49-F238E27FC236}">
                <a16:creationId xmlns:a16="http://schemas.microsoft.com/office/drawing/2014/main" id="{D75416CD-D4DB-4FF2-8A2F-C333B980EB8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Global Connectivity</a:t>
            </a:r>
          </a:p>
          <a:p>
            <a:pPr marL="0" lvl="1" indent="0">
              <a:lnSpc>
                <a:spcPct val="90000"/>
              </a:lnSpc>
              <a:spcBef>
                <a:spcPts val="1000"/>
              </a:spcBef>
              <a:spcAft>
                <a:spcPts val="600"/>
              </a:spcAft>
              <a:buNone/>
            </a:pPr>
            <a:r>
              <a:rPr lang="en-US" sz="1200"/>
              <a:t>Social media enables people to maintain personal and professional connections worldwide, breaking distance barriers.</a:t>
            </a:r>
          </a:p>
          <a:p>
            <a:pPr marL="0" indent="0">
              <a:lnSpc>
                <a:spcPct val="90000"/>
              </a:lnSpc>
              <a:spcBef>
                <a:spcPts val="2500"/>
              </a:spcBef>
              <a:spcAft>
                <a:spcPts val="600"/>
              </a:spcAft>
              <a:buNone/>
            </a:pPr>
            <a:r>
              <a:rPr lang="en-US" sz="1200" b="1"/>
              <a:t>Information and Awareness</a:t>
            </a:r>
          </a:p>
          <a:p>
            <a:pPr marL="0" lvl="1" indent="0">
              <a:lnSpc>
                <a:spcPct val="90000"/>
              </a:lnSpc>
              <a:spcBef>
                <a:spcPts val="1000"/>
              </a:spcBef>
              <a:spcAft>
                <a:spcPts val="600"/>
              </a:spcAft>
              <a:buNone/>
            </a:pPr>
            <a:r>
              <a:rPr lang="en-US" sz="1200"/>
              <a:t>Platforms provide real-time news, trends, and social issue updates, keeping users informed and aware.</a:t>
            </a:r>
          </a:p>
          <a:p>
            <a:pPr marL="0" indent="0">
              <a:lnSpc>
                <a:spcPct val="90000"/>
              </a:lnSpc>
              <a:spcBef>
                <a:spcPts val="2500"/>
              </a:spcBef>
              <a:spcAft>
                <a:spcPts val="600"/>
              </a:spcAft>
              <a:buNone/>
            </a:pPr>
            <a:r>
              <a:rPr lang="en-US" sz="1200" b="1"/>
              <a:t>Business Marketing</a:t>
            </a:r>
          </a:p>
          <a:p>
            <a:pPr marL="0" lvl="1" indent="0">
              <a:lnSpc>
                <a:spcPct val="90000"/>
              </a:lnSpc>
              <a:spcBef>
                <a:spcPts val="1000"/>
              </a:spcBef>
              <a:spcAft>
                <a:spcPts val="600"/>
              </a:spcAft>
              <a:buNone/>
            </a:pPr>
            <a:r>
              <a:rPr lang="en-US" sz="1200"/>
              <a:t>Businesses use social media to build brands, market products, and engage customers cost-effectively.</a:t>
            </a:r>
          </a:p>
          <a:p>
            <a:pPr marL="0" indent="0">
              <a:lnSpc>
                <a:spcPct val="90000"/>
              </a:lnSpc>
              <a:spcBef>
                <a:spcPts val="2500"/>
              </a:spcBef>
              <a:spcAft>
                <a:spcPts val="600"/>
              </a:spcAft>
              <a:buNone/>
            </a:pPr>
            <a:r>
              <a:rPr lang="en-US" sz="1200" b="1"/>
              <a:t>Learning and Creativity</a:t>
            </a:r>
          </a:p>
          <a:p>
            <a:pPr marL="0" lvl="1" indent="0">
              <a:lnSpc>
                <a:spcPct val="90000"/>
              </a:lnSpc>
              <a:spcBef>
                <a:spcPts val="1000"/>
              </a:spcBef>
              <a:spcAft>
                <a:spcPts val="600"/>
              </a:spcAft>
              <a:buNone/>
            </a:pPr>
            <a:r>
              <a:rPr lang="en-US" sz="1200"/>
              <a:t>Users access tutorials, webinars, and share creative content, fostering education and entertainment.</a:t>
            </a:r>
          </a:p>
        </p:txBody>
      </p:sp>
    </p:spTree>
    <p:extLst>
      <p:ext uri="{BB962C8B-B14F-4D97-AF65-F5344CB8AC3E}">
        <p14:creationId xmlns:p14="http://schemas.microsoft.com/office/powerpoint/2010/main" val="437378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4B009-5443-667D-BD76-67E99EF2141A}"/>
              </a:ext>
            </a:extLst>
          </p:cNvPr>
          <p:cNvSpPr>
            <a:spLocks noGrp="1"/>
          </p:cNvSpPr>
          <p:nvPr>
            <p:ph type="title"/>
          </p:nvPr>
        </p:nvSpPr>
        <p:spPr/>
        <p:txBody>
          <a:bodyPr>
            <a:normAutofit/>
          </a:bodyPr>
          <a:lstStyle/>
          <a:p>
            <a:r>
              <a:rPr lang="en-US" dirty="0"/>
              <a:t>What is </a:t>
            </a:r>
            <a:r>
              <a:rPr lang="en-US"/>
              <a:t>your Experience </a:t>
            </a:r>
            <a:r>
              <a:rPr lang="en-US" dirty="0"/>
              <a:t>on </a:t>
            </a:r>
            <a:r>
              <a:rPr lang="en-US" dirty="0" err="1"/>
              <a:t>Socila</a:t>
            </a:r>
            <a:r>
              <a:rPr lang="en-US" dirty="0"/>
              <a:t> media</a:t>
            </a:r>
            <a:endParaRPr lang="en-IN" dirty="0"/>
          </a:p>
        </p:txBody>
      </p:sp>
      <p:sp>
        <p:nvSpPr>
          <p:cNvPr id="3" name="Content Placeholder 2">
            <a:extLst>
              <a:ext uri="{FF2B5EF4-FFF2-40B4-BE49-F238E27FC236}">
                <a16:creationId xmlns:a16="http://schemas.microsoft.com/office/drawing/2014/main" id="{A86F1D7A-B28A-7F15-5207-6009D71A992C}"/>
              </a:ext>
            </a:extLst>
          </p:cNvPr>
          <p:cNvSpPr>
            <a:spLocks noGrp="1"/>
          </p:cNvSpPr>
          <p:nvPr>
            <p:ph idx="1"/>
          </p:nvPr>
        </p:nvSpPr>
        <p:spPr>
          <a:xfrm>
            <a:off x="356616" y="4996032"/>
            <a:ext cx="11013670" cy="188615"/>
          </a:xfrm>
        </p:spPr>
        <p:txBody>
          <a:bodyPr>
            <a:normAutofit fontScale="25000" lnSpcReduction="20000"/>
          </a:bodyPr>
          <a:lstStyle/>
          <a:p>
            <a:endParaRPr lang="en-IN"/>
          </a:p>
        </p:txBody>
      </p:sp>
    </p:spTree>
    <p:extLst>
      <p:ext uri="{BB962C8B-B14F-4D97-AF65-F5344CB8AC3E}">
        <p14:creationId xmlns:p14="http://schemas.microsoft.com/office/powerpoint/2010/main" val="290427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0104-2E00-9C45-D6B4-438525905363}"/>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Challenges and Negative Impacts</a:t>
            </a:r>
          </a:p>
        </p:txBody>
      </p:sp>
      <p:sp>
        <p:nvSpPr>
          <p:cNvPr id="5" name="TextBox 4">
            <a:extLst>
              <a:ext uri="{FF2B5EF4-FFF2-40B4-BE49-F238E27FC236}">
                <a16:creationId xmlns:a16="http://schemas.microsoft.com/office/drawing/2014/main" id="{DAD25BAC-048B-4FE6-AED9-64B7C2AA8A5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200" b="1"/>
              <a:t>Social Media Addiction</a:t>
            </a:r>
          </a:p>
          <a:p>
            <a:pPr marL="0" lvl="1" indent="0">
              <a:lnSpc>
                <a:spcPct val="90000"/>
              </a:lnSpc>
              <a:spcBef>
                <a:spcPts val="1000"/>
              </a:spcBef>
              <a:spcAft>
                <a:spcPts val="600"/>
              </a:spcAft>
              <a:buNone/>
            </a:pPr>
            <a:r>
              <a:rPr lang="en-US" sz="1200"/>
              <a:t>Excessive social media use causes addiction leading to reduced productivity and significant time wastage.</a:t>
            </a:r>
          </a:p>
          <a:p>
            <a:pPr marL="0" indent="0">
              <a:lnSpc>
                <a:spcPct val="90000"/>
              </a:lnSpc>
              <a:spcBef>
                <a:spcPts val="2500"/>
              </a:spcBef>
              <a:spcAft>
                <a:spcPts val="600"/>
              </a:spcAft>
              <a:buNone/>
            </a:pPr>
            <a:r>
              <a:rPr lang="en-US" sz="1200" b="1"/>
              <a:t>Mental Health Issues</a:t>
            </a:r>
          </a:p>
          <a:p>
            <a:pPr marL="0" lvl="1" indent="0">
              <a:lnSpc>
                <a:spcPct val="90000"/>
              </a:lnSpc>
              <a:spcBef>
                <a:spcPts val="1000"/>
              </a:spcBef>
              <a:spcAft>
                <a:spcPts val="600"/>
              </a:spcAft>
              <a:buNone/>
            </a:pPr>
            <a:r>
              <a:rPr lang="en-US" sz="1200"/>
              <a:t>Social media contributes to anxiety, depression, and low self-esteem through comparison and cyberbullying.</a:t>
            </a:r>
          </a:p>
          <a:p>
            <a:pPr marL="0" indent="0">
              <a:lnSpc>
                <a:spcPct val="90000"/>
              </a:lnSpc>
              <a:spcBef>
                <a:spcPts val="2500"/>
              </a:spcBef>
              <a:spcAft>
                <a:spcPts val="600"/>
              </a:spcAft>
              <a:buNone/>
            </a:pPr>
            <a:r>
              <a:rPr lang="en-US" sz="1200" b="1"/>
              <a:t>Privacy Risks</a:t>
            </a:r>
          </a:p>
          <a:p>
            <a:pPr marL="0" lvl="1" indent="0">
              <a:lnSpc>
                <a:spcPct val="90000"/>
              </a:lnSpc>
              <a:spcBef>
                <a:spcPts val="1000"/>
              </a:spcBef>
              <a:spcAft>
                <a:spcPts val="600"/>
              </a:spcAft>
              <a:buNone/>
            </a:pPr>
            <a:r>
              <a:rPr lang="en-US" sz="1200"/>
              <a:t>Personal data on social media is frequently exposed to breaches or misuse, posing serious privacy risks.</a:t>
            </a:r>
          </a:p>
          <a:p>
            <a:pPr marL="0" indent="0">
              <a:lnSpc>
                <a:spcPct val="90000"/>
              </a:lnSpc>
              <a:spcBef>
                <a:spcPts val="2500"/>
              </a:spcBef>
              <a:spcAft>
                <a:spcPts val="600"/>
              </a:spcAft>
              <a:buNone/>
            </a:pPr>
            <a:r>
              <a:rPr lang="en-US" sz="1200" b="1"/>
              <a:t>Spread of Misinformation</a:t>
            </a:r>
          </a:p>
          <a:p>
            <a:pPr marL="0" lvl="1" indent="0">
              <a:lnSpc>
                <a:spcPct val="90000"/>
              </a:lnSpc>
              <a:spcBef>
                <a:spcPts val="1000"/>
              </a:spcBef>
              <a:spcAft>
                <a:spcPts val="600"/>
              </a:spcAft>
              <a:buNone/>
            </a:pPr>
            <a:r>
              <a:rPr lang="en-US" sz="1200"/>
              <a:t>Misinformation and fake news spread rapidly on social media, confusing the public and influencing opinions.</a:t>
            </a:r>
          </a:p>
        </p:txBody>
      </p:sp>
    </p:spTree>
    <p:extLst>
      <p:ext uri="{BB962C8B-B14F-4D97-AF65-F5344CB8AC3E}">
        <p14:creationId xmlns:p14="http://schemas.microsoft.com/office/powerpoint/2010/main" val="2547986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F607-BC96-9C3C-A347-FF27E7B882E3}"/>
              </a:ext>
            </a:extLst>
          </p:cNvPr>
          <p:cNvSpPr>
            <a:spLocks noGrp="1"/>
          </p:cNvSpPr>
          <p:nvPr>
            <p:ph type="title"/>
          </p:nvPr>
        </p:nvSpPr>
        <p:spPr/>
        <p:txBody>
          <a:bodyPr vert="horz" lIns="91440" tIns="45720" rIns="91440" bIns="45720" rtlCol="0" anchor="t">
            <a:normAutofit fontScale="90000"/>
          </a:bodyPr>
          <a:lstStyle/>
          <a:p>
            <a:r>
              <a:rPr lang="en-US" sz="3900" b="0" i="0" kern="1200" spc="-200" baseline="0">
                <a:latin typeface="+mj-lt"/>
                <a:ea typeface="+mj-ea"/>
                <a:cs typeface="+mj-cs"/>
              </a:rPr>
              <a:t>Strategies for Responsible Engagement</a:t>
            </a:r>
          </a:p>
        </p:txBody>
      </p:sp>
      <p:pic>
        <p:nvPicPr>
          <p:cNvPr id="4" name="Content Placeholder 3" descr="Beautiful black businesswoman">
            <a:extLst>
              <a:ext uri="{FF2B5EF4-FFF2-40B4-BE49-F238E27FC236}">
                <a16:creationId xmlns:a16="http://schemas.microsoft.com/office/drawing/2014/main" id="{9AB0F7C2-6854-4905-BD41-8926A1D61589}"/>
              </a:ext>
            </a:extLst>
          </p:cNvPr>
          <p:cNvPicPr>
            <a:picLocks noGrp="1" noChangeAspect="1"/>
          </p:cNvPicPr>
          <p:nvPr>
            <p:ph type="pic" sz="quarter" idx="13"/>
          </p:nvPr>
        </p:nvPicPr>
        <p:blipFill>
          <a:blip r:embed="rId3"/>
          <a:srcRect l="15058" r="15058"/>
          <a:stretch>
            <a:fillRect/>
          </a:stretch>
        </p:blipFill>
        <p:spPr>
          <a:prstGeom prst="rect">
            <a:avLst/>
          </a:prstGeom>
          <a:noFill/>
        </p:spPr>
      </p:pic>
      <p:sp>
        <p:nvSpPr>
          <p:cNvPr id="5" name="TextBox 4">
            <a:extLst>
              <a:ext uri="{FF2B5EF4-FFF2-40B4-BE49-F238E27FC236}">
                <a16:creationId xmlns:a16="http://schemas.microsoft.com/office/drawing/2014/main" id="{9FAFC07A-092C-4280-BA62-5D9A540DDBC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09088" y="2115404"/>
            <a:ext cx="7225415" cy="4212926"/>
          </a:xfrm>
          <a:prstGeom prst="rect">
            <a:avLst/>
          </a:prstGeom>
        </p:spPr>
        <p:txBody>
          <a:bodyPr>
            <a:normAutofit/>
          </a:bodyPr>
          <a:lstStyle/>
          <a:p>
            <a:pPr marL="0" indent="0">
              <a:lnSpc>
                <a:spcPct val="90000"/>
              </a:lnSpc>
              <a:spcBef>
                <a:spcPts val="2500"/>
              </a:spcBef>
              <a:spcAft>
                <a:spcPts val="600"/>
              </a:spcAft>
              <a:buNone/>
            </a:pPr>
            <a:r>
              <a:rPr lang="en-US" sz="1300" b="1"/>
              <a:t>Time Management</a:t>
            </a:r>
          </a:p>
          <a:p>
            <a:pPr marL="0" lvl="1" indent="0">
              <a:lnSpc>
                <a:spcPct val="90000"/>
              </a:lnSpc>
              <a:spcBef>
                <a:spcPts val="1000"/>
              </a:spcBef>
              <a:spcAft>
                <a:spcPts val="600"/>
              </a:spcAft>
              <a:buNone/>
            </a:pPr>
            <a:r>
              <a:rPr lang="en-US" sz="1300"/>
              <a:t>Setting daily limits on social media usage helps prevent addiction and boosts productivity.</a:t>
            </a:r>
          </a:p>
          <a:p>
            <a:pPr marL="0" indent="0">
              <a:lnSpc>
                <a:spcPct val="90000"/>
              </a:lnSpc>
              <a:spcBef>
                <a:spcPts val="2500"/>
              </a:spcBef>
              <a:spcAft>
                <a:spcPts val="600"/>
              </a:spcAft>
              <a:buNone/>
            </a:pPr>
            <a:r>
              <a:rPr lang="en-US" sz="1300" b="1"/>
              <a:t>Fact-Checking Information</a:t>
            </a:r>
          </a:p>
          <a:p>
            <a:pPr marL="0" lvl="1" indent="0">
              <a:lnSpc>
                <a:spcPct val="90000"/>
              </a:lnSpc>
              <a:spcBef>
                <a:spcPts val="1000"/>
              </a:spcBef>
              <a:spcAft>
                <a:spcPts val="600"/>
              </a:spcAft>
              <a:buNone/>
            </a:pPr>
            <a:r>
              <a:rPr lang="en-US" sz="1300"/>
              <a:t>Verifying information before sharing combats misinformation and encourages responsible communication.</a:t>
            </a:r>
          </a:p>
          <a:p>
            <a:pPr marL="0" indent="0">
              <a:lnSpc>
                <a:spcPct val="90000"/>
              </a:lnSpc>
              <a:spcBef>
                <a:spcPts val="2500"/>
              </a:spcBef>
              <a:spcAft>
                <a:spcPts val="600"/>
              </a:spcAft>
              <a:buNone/>
            </a:pPr>
            <a:r>
              <a:rPr lang="en-US" sz="1300" b="1"/>
              <a:t>Privacy and Security</a:t>
            </a:r>
          </a:p>
          <a:p>
            <a:pPr marL="0" lvl="1" indent="0">
              <a:lnSpc>
                <a:spcPct val="90000"/>
              </a:lnSpc>
              <a:spcBef>
                <a:spcPts val="1000"/>
              </a:spcBef>
              <a:spcAft>
                <a:spcPts val="600"/>
              </a:spcAft>
              <a:buNone/>
            </a:pPr>
            <a:r>
              <a:rPr lang="en-US" sz="1300"/>
              <a:t>Adjusting privacy settings and cautious data sharing protect users from breaches and identity theft.</a:t>
            </a:r>
          </a:p>
          <a:p>
            <a:pPr marL="0" indent="0">
              <a:lnSpc>
                <a:spcPct val="90000"/>
              </a:lnSpc>
              <a:spcBef>
                <a:spcPts val="2500"/>
              </a:spcBef>
              <a:spcAft>
                <a:spcPts val="600"/>
              </a:spcAft>
              <a:buNone/>
            </a:pPr>
            <a:r>
              <a:rPr lang="en-US" sz="1300" b="1"/>
              <a:t>Content Curation and Breaks</a:t>
            </a:r>
          </a:p>
          <a:p>
            <a:pPr marL="0" lvl="1" indent="0">
              <a:lnSpc>
                <a:spcPct val="90000"/>
              </a:lnSpc>
              <a:spcBef>
                <a:spcPts val="1000"/>
              </a:spcBef>
              <a:spcAft>
                <a:spcPts val="600"/>
              </a:spcAft>
              <a:buNone/>
            </a:pPr>
            <a:r>
              <a:rPr lang="en-US" sz="1300"/>
              <a:t>Following positive accounts and taking breaks enhances mental well-being and reduces harmful exposure.</a:t>
            </a:r>
          </a:p>
        </p:txBody>
      </p:sp>
    </p:spTree>
    <p:extLst>
      <p:ext uri="{BB962C8B-B14F-4D97-AF65-F5344CB8AC3E}">
        <p14:creationId xmlns:p14="http://schemas.microsoft.com/office/powerpoint/2010/main" val="3137849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1BF0792A-0F2B-4A2E-AB38-0A4F18A30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DB18D-C2F1-4C8C-8808-9C01ECE68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1" name="Group 20">
            <a:extLst>
              <a:ext uri="{FF2B5EF4-FFF2-40B4-BE49-F238E27FC236}">
                <a16:creationId xmlns:a16="http://schemas.microsoft.com/office/drawing/2014/main" id="{E5D935FA-3336-4941-9214-E250A5727F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5671" y="644327"/>
            <a:ext cx="9299965" cy="4811366"/>
            <a:chOff x="7639235" y="600024"/>
            <a:chExt cx="3898557" cy="6878929"/>
          </a:xfrm>
        </p:grpSpPr>
        <p:sp>
          <p:nvSpPr>
            <p:cNvPr id="22" name="Rectangle 21">
              <a:extLst>
                <a:ext uri="{FF2B5EF4-FFF2-40B4-BE49-F238E27FC236}">
                  <a16:creationId xmlns:a16="http://schemas.microsoft.com/office/drawing/2014/main" id="{45D9E2ED-FF90-4200-A7EE-6D41D6526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39235" y="600024"/>
              <a:ext cx="3898557" cy="687892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4BEB8D-68AD-4314-8A2B-F8DC85A53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0263" y="1062693"/>
              <a:ext cx="3635738" cy="59547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FC0B096D-478D-D4EA-225E-1EB55490DEF4}"/>
              </a:ext>
            </a:extLst>
          </p:cNvPr>
          <p:cNvSpPr>
            <a:spLocks noGrp="1"/>
          </p:cNvSpPr>
          <p:nvPr>
            <p:ph type="title"/>
          </p:nvPr>
        </p:nvSpPr>
        <p:spPr>
          <a:xfrm>
            <a:off x="2391408" y="1590734"/>
            <a:ext cx="7405874" cy="2520012"/>
          </a:xfrm>
          <a:solidFill>
            <a:schemeClr val="bg2"/>
          </a:solidFill>
        </p:spPr>
        <p:txBody>
          <a:bodyPr vert="horz" lIns="91440" tIns="45720" rIns="91440" bIns="0" rtlCol="0" anchor="ctr">
            <a:normAutofit/>
          </a:bodyPr>
          <a:lstStyle/>
          <a:p>
            <a:pPr algn="ctr"/>
            <a:r>
              <a:rPr lang="en-US" sz="6000" dirty="0">
                <a:solidFill>
                  <a:schemeClr val="tx2"/>
                </a:solidFill>
              </a:rPr>
              <a:t>Conclusion</a:t>
            </a:r>
          </a:p>
        </p:txBody>
      </p:sp>
      <p:cxnSp>
        <p:nvCxnSpPr>
          <p:cNvPr id="25" name="Straight Connector 24">
            <a:extLst>
              <a:ext uri="{FF2B5EF4-FFF2-40B4-BE49-F238E27FC236}">
                <a16:creationId xmlns:a16="http://schemas.microsoft.com/office/drawing/2014/main" id="{87F797D1-251E-41FE-9FF8-AD487DEF28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1416139"/>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09A0CE28-0E59-4F4D-9855-8A8DCE9A8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4285341"/>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9" name="Picture 28">
            <a:extLst>
              <a:ext uri="{FF2B5EF4-FFF2-40B4-BE49-F238E27FC236}">
                <a16:creationId xmlns:a16="http://schemas.microsoft.com/office/drawing/2014/main" id="{75CC23F7-9F20-4C4B-8608-BD4DE9728F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65651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2" name="Picture 11">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8" name="Rectangle 17">
            <a:extLst>
              <a:ext uri="{FF2B5EF4-FFF2-40B4-BE49-F238E27FC236}">
                <a16:creationId xmlns:a16="http://schemas.microsoft.com/office/drawing/2014/main" id="{8BC298DB-2D5C-40A1-9A78-6B4A12198A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5C2355B-7CE9-4192-9142-A41CA0A0C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DD446EF7-0368-1C13-7C10-EB06F832AF57}"/>
              </a:ext>
            </a:extLst>
          </p:cNvPr>
          <p:cNvSpPr>
            <a:spLocks noGrp="1"/>
          </p:cNvSpPr>
          <p:nvPr>
            <p:ph type="title"/>
          </p:nvPr>
        </p:nvSpPr>
        <p:spPr>
          <a:xfrm>
            <a:off x="6585200" y="967167"/>
            <a:ext cx="4151306" cy="2374516"/>
          </a:xfrm>
        </p:spPr>
        <p:txBody>
          <a:bodyPr vert="horz" lIns="91440" tIns="45720" rIns="91440" bIns="0" rtlCol="0" anchor="b">
            <a:normAutofit/>
          </a:bodyPr>
          <a:lstStyle/>
          <a:p>
            <a:r>
              <a:rPr lang="en-US" sz="4800"/>
              <a:t>Thanks</a:t>
            </a:r>
          </a:p>
        </p:txBody>
      </p:sp>
      <p:pic>
        <p:nvPicPr>
          <p:cNvPr id="7" name="Graphic 6" descr="Smiling Face with No Fill">
            <a:extLst>
              <a:ext uri="{FF2B5EF4-FFF2-40B4-BE49-F238E27FC236}">
                <a16:creationId xmlns:a16="http://schemas.microsoft.com/office/drawing/2014/main" id="{D30DB261-FB6B-2158-6587-2D09151B53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9869" y="805583"/>
            <a:ext cx="4660762" cy="4660762"/>
          </a:xfrm>
          <a:prstGeom prst="rect">
            <a:avLst/>
          </a:prstGeom>
        </p:spPr>
      </p:pic>
      <p:cxnSp>
        <p:nvCxnSpPr>
          <p:cNvPr id="22" name="Straight Connector 21">
            <a:extLst>
              <a:ext uri="{FF2B5EF4-FFF2-40B4-BE49-F238E27FC236}">
                <a16:creationId xmlns:a16="http://schemas.microsoft.com/office/drawing/2014/main" id="{06D05ED8-39E4-42F8-92CB-704C2BD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79647" y="3526496"/>
            <a:ext cx="4149931"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4" name="Picture 23">
            <a:extLst>
              <a:ext uri="{FF2B5EF4-FFF2-40B4-BE49-F238E27FC236}">
                <a16:creationId xmlns:a16="http://schemas.microsoft.com/office/drawing/2014/main" id="{45CE2E7C-6AA3-4710-825D-4CDDF788C7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3256C6C3-0EDC-4651-AB37-9F26CFAA6C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92611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EF782DA7-86C0-4A84-A860-11A1E6E3FB6B}">
  <ds:schemaRef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230e9df3-be65-4c73-a93b-d1236ebd677e"/>
    <ds:schemaRef ds:uri="http://purl.org/dc/terms/"/>
    <ds:schemaRef ds:uri="71af3243-3dd4-4a8d-8c0d-dd76da1f02a5"/>
    <ds:schemaRef ds:uri="16c05727-aa75-4e4a-9b5f-8a80a1165891"/>
    <ds:schemaRef ds:uri="http://schemas.microsoft.com/sharepoint/v3"/>
    <ds:schemaRef ds:uri="http://purl.org/dc/dcmitype/"/>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6027</TotalTime>
  <Words>1005</Words>
  <Application>Microsoft Office PowerPoint</Application>
  <PresentationFormat>Widescreen</PresentationFormat>
  <Paragraphs>60</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Gill Sans MT</vt:lpstr>
      <vt:lpstr>Gallery</vt:lpstr>
      <vt:lpstr>How many hours do you spend on social media daily? </vt:lpstr>
      <vt:lpstr>Social Media: is a Boon or Bane?</vt:lpstr>
      <vt:lpstr>Introduction</vt:lpstr>
      <vt:lpstr>Definition and Importance of Social Media</vt:lpstr>
      <vt:lpstr>Pros of Social Media</vt:lpstr>
      <vt:lpstr>Advantages and Opportunities</vt:lpstr>
      <vt:lpstr>What is your Experience on Socila media</vt:lpstr>
      <vt:lpstr>Challenges and Negative Impacts</vt:lpstr>
      <vt:lpstr>Strategies for Responsible Engagement</vt:lpstr>
      <vt:lpstr>Conclusion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Indrajeet</dc:creator>
  <cp:lastModifiedBy>Kumar, Indrajeet</cp:lastModifiedBy>
  <cp:revision>5</cp:revision>
  <dcterms:created xsi:type="dcterms:W3CDTF">2024-06-26T20:20:27Z</dcterms:created>
  <dcterms:modified xsi:type="dcterms:W3CDTF">2025-11-26T08:04:13Z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